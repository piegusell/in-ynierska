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45359638" cy="43200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07" userDrawn="1">
          <p15:clr>
            <a:srgbClr val="A4A3A4"/>
          </p15:clr>
        </p15:guide>
        <p15:guide id="2" pos="1428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A6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1" autoAdjust="0"/>
    <p:restoredTop sz="94660"/>
  </p:normalViewPr>
  <p:slideViewPr>
    <p:cSldViewPr snapToGrid="0" showGuides="1">
      <p:cViewPr varScale="1">
        <p:scale>
          <a:sx n="12" d="100"/>
          <a:sy n="12" d="100"/>
        </p:scale>
        <p:origin x="636" y="174"/>
      </p:cViewPr>
      <p:guideLst>
        <p:guide orient="horz" pos="13607"/>
        <p:guide pos="1428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01973" y="7070108"/>
            <a:ext cx="38555692" cy="15040222"/>
          </a:xfrm>
        </p:spPr>
        <p:txBody>
          <a:bodyPr anchor="b"/>
          <a:lstStyle>
            <a:lvl1pPr algn="ctr">
              <a:defRPr sz="29764"/>
            </a:lvl1pPr>
          </a:lstStyle>
          <a:p>
            <a:r>
              <a:rPr lang="pl-PL" smtClean="0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69955" y="22690338"/>
            <a:ext cx="34019729" cy="10430151"/>
          </a:xfrm>
        </p:spPr>
        <p:txBody>
          <a:bodyPr/>
          <a:lstStyle>
            <a:lvl1pPr marL="0" indent="0" algn="ctr">
              <a:buNone/>
              <a:defRPr sz="11905"/>
            </a:lvl1pPr>
            <a:lvl2pPr marL="2267986" indent="0" algn="ctr">
              <a:buNone/>
              <a:defRPr sz="9921"/>
            </a:lvl2pPr>
            <a:lvl3pPr marL="4535973" indent="0" algn="ctr">
              <a:buNone/>
              <a:defRPr sz="8929"/>
            </a:lvl3pPr>
            <a:lvl4pPr marL="6803959" indent="0" algn="ctr">
              <a:buNone/>
              <a:defRPr sz="7937"/>
            </a:lvl4pPr>
            <a:lvl5pPr marL="9071945" indent="0" algn="ctr">
              <a:buNone/>
              <a:defRPr sz="7937"/>
            </a:lvl5pPr>
            <a:lvl6pPr marL="11339932" indent="0" algn="ctr">
              <a:buNone/>
              <a:defRPr sz="7937"/>
            </a:lvl6pPr>
            <a:lvl7pPr marL="13607918" indent="0" algn="ctr">
              <a:buNone/>
              <a:defRPr sz="7937"/>
            </a:lvl7pPr>
            <a:lvl8pPr marL="15875904" indent="0" algn="ctr">
              <a:buNone/>
              <a:defRPr sz="7937"/>
            </a:lvl8pPr>
            <a:lvl9pPr marL="18143891" indent="0" algn="ctr">
              <a:buNone/>
              <a:defRPr sz="7937"/>
            </a:lvl9pPr>
          </a:lstStyle>
          <a:p>
            <a:r>
              <a:rPr lang="pl-PL" smtClean="0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2E6A3-5372-4A55-B325-66D0ADBDD73B}" type="datetimeFigureOut">
              <a:rPr lang="pl-PL" smtClean="0"/>
              <a:t>19.10.2023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2413B-0B05-402D-A454-58FC369B528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08292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smtClean="0"/>
              <a:t>Edytuj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2E6A3-5372-4A55-B325-66D0ADBDD73B}" type="datetimeFigureOut">
              <a:rPr lang="pl-PL" smtClean="0"/>
              <a:t>19.10.2023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2413B-0B05-402D-A454-58FC369B528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46834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94853" y="10770172"/>
            <a:ext cx="39122688" cy="17970262"/>
          </a:xfrm>
        </p:spPr>
        <p:txBody>
          <a:bodyPr anchor="b"/>
          <a:lstStyle>
            <a:lvl1pPr>
              <a:defRPr sz="29764"/>
            </a:lvl1pPr>
          </a:lstStyle>
          <a:p>
            <a:r>
              <a:rPr lang="pl-PL" smtClean="0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94853" y="28910440"/>
            <a:ext cx="39122688" cy="9450136"/>
          </a:xfrm>
        </p:spPr>
        <p:txBody>
          <a:bodyPr/>
          <a:lstStyle>
            <a:lvl1pPr marL="0" indent="0">
              <a:buNone/>
              <a:defRPr sz="11905">
                <a:solidFill>
                  <a:schemeClr val="tx1"/>
                </a:solidFill>
              </a:defRPr>
            </a:lvl1pPr>
            <a:lvl2pPr marL="2267986" indent="0">
              <a:buNone/>
              <a:defRPr sz="9921">
                <a:solidFill>
                  <a:schemeClr val="tx1">
                    <a:tint val="75000"/>
                  </a:schemeClr>
                </a:solidFill>
              </a:defRPr>
            </a:lvl2pPr>
            <a:lvl3pPr marL="4535973" indent="0">
              <a:buNone/>
              <a:defRPr sz="8929">
                <a:solidFill>
                  <a:schemeClr val="tx1">
                    <a:tint val="75000"/>
                  </a:schemeClr>
                </a:solidFill>
              </a:defRPr>
            </a:lvl3pPr>
            <a:lvl4pPr marL="6803959" indent="0">
              <a:buNone/>
              <a:defRPr sz="7937">
                <a:solidFill>
                  <a:schemeClr val="tx1">
                    <a:tint val="75000"/>
                  </a:schemeClr>
                </a:solidFill>
              </a:defRPr>
            </a:lvl4pPr>
            <a:lvl5pPr marL="9071945" indent="0">
              <a:buNone/>
              <a:defRPr sz="7937">
                <a:solidFill>
                  <a:schemeClr val="tx1">
                    <a:tint val="75000"/>
                  </a:schemeClr>
                </a:solidFill>
              </a:defRPr>
            </a:lvl5pPr>
            <a:lvl6pPr marL="11339932" indent="0">
              <a:buNone/>
              <a:defRPr sz="7937">
                <a:solidFill>
                  <a:schemeClr val="tx1">
                    <a:tint val="75000"/>
                  </a:schemeClr>
                </a:solidFill>
              </a:defRPr>
            </a:lvl6pPr>
            <a:lvl7pPr marL="13607918" indent="0">
              <a:buNone/>
              <a:defRPr sz="7937">
                <a:solidFill>
                  <a:schemeClr val="tx1">
                    <a:tint val="75000"/>
                  </a:schemeClr>
                </a:solidFill>
              </a:defRPr>
            </a:lvl7pPr>
            <a:lvl8pPr marL="15875904" indent="0">
              <a:buNone/>
              <a:defRPr sz="7937">
                <a:solidFill>
                  <a:schemeClr val="tx1">
                    <a:tint val="75000"/>
                  </a:schemeClr>
                </a:solidFill>
              </a:defRPr>
            </a:lvl8pPr>
            <a:lvl9pPr marL="18143891" indent="0">
              <a:buNone/>
              <a:defRPr sz="793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 smtClean="0"/>
              <a:t>Edytuj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2E6A3-5372-4A55-B325-66D0ADBDD73B}" type="datetimeFigureOut">
              <a:rPr lang="pl-PL" smtClean="0"/>
              <a:t>19.10.2023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2413B-0B05-402D-A454-58FC369B528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14242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18475" y="11500170"/>
            <a:ext cx="19277846" cy="27410408"/>
          </a:xfrm>
        </p:spPr>
        <p:txBody>
          <a:bodyPr/>
          <a:lstStyle/>
          <a:p>
            <a:pPr lvl="0"/>
            <a:r>
              <a:rPr lang="pl-PL" smtClean="0"/>
              <a:t>Edytuj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963317" y="11500170"/>
            <a:ext cx="19277846" cy="27410408"/>
          </a:xfrm>
        </p:spPr>
        <p:txBody>
          <a:bodyPr/>
          <a:lstStyle/>
          <a:p>
            <a:pPr lvl="0"/>
            <a:r>
              <a:rPr lang="pl-PL" smtClean="0"/>
              <a:t>Edytuj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2E6A3-5372-4A55-B325-66D0ADBDD73B}" type="datetimeFigureOut">
              <a:rPr lang="pl-PL" smtClean="0"/>
              <a:t>19.10.2023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2413B-0B05-402D-A454-58FC369B528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61245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24383" y="2300044"/>
            <a:ext cx="39122688" cy="8350126"/>
          </a:xfrm>
        </p:spPr>
        <p:txBody>
          <a:bodyPr/>
          <a:lstStyle/>
          <a:p>
            <a:r>
              <a:rPr lang="pl-PL" smtClean="0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24388" y="10590160"/>
            <a:ext cx="19189250" cy="5190073"/>
          </a:xfrm>
        </p:spPr>
        <p:txBody>
          <a:bodyPr anchor="b"/>
          <a:lstStyle>
            <a:lvl1pPr marL="0" indent="0">
              <a:buNone/>
              <a:defRPr sz="11905" b="1"/>
            </a:lvl1pPr>
            <a:lvl2pPr marL="2267986" indent="0">
              <a:buNone/>
              <a:defRPr sz="9921" b="1"/>
            </a:lvl2pPr>
            <a:lvl3pPr marL="4535973" indent="0">
              <a:buNone/>
              <a:defRPr sz="8929" b="1"/>
            </a:lvl3pPr>
            <a:lvl4pPr marL="6803959" indent="0">
              <a:buNone/>
              <a:defRPr sz="7937" b="1"/>
            </a:lvl4pPr>
            <a:lvl5pPr marL="9071945" indent="0">
              <a:buNone/>
              <a:defRPr sz="7937" b="1"/>
            </a:lvl5pPr>
            <a:lvl6pPr marL="11339932" indent="0">
              <a:buNone/>
              <a:defRPr sz="7937" b="1"/>
            </a:lvl6pPr>
            <a:lvl7pPr marL="13607918" indent="0">
              <a:buNone/>
              <a:defRPr sz="7937" b="1"/>
            </a:lvl7pPr>
            <a:lvl8pPr marL="15875904" indent="0">
              <a:buNone/>
              <a:defRPr sz="7937" b="1"/>
            </a:lvl8pPr>
            <a:lvl9pPr marL="18143891" indent="0">
              <a:buNone/>
              <a:defRPr sz="7937" b="1"/>
            </a:lvl9pPr>
          </a:lstStyle>
          <a:p>
            <a:pPr lvl="0"/>
            <a:r>
              <a:rPr lang="pl-PL" smtClean="0"/>
              <a:t>Edytuj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24388" y="15780233"/>
            <a:ext cx="19189250" cy="23210346"/>
          </a:xfrm>
        </p:spPr>
        <p:txBody>
          <a:bodyPr/>
          <a:lstStyle/>
          <a:p>
            <a:pPr lvl="0"/>
            <a:r>
              <a:rPr lang="pl-PL" smtClean="0"/>
              <a:t>Edytuj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963319" y="10590160"/>
            <a:ext cx="19283754" cy="5190073"/>
          </a:xfrm>
        </p:spPr>
        <p:txBody>
          <a:bodyPr anchor="b"/>
          <a:lstStyle>
            <a:lvl1pPr marL="0" indent="0">
              <a:buNone/>
              <a:defRPr sz="11905" b="1"/>
            </a:lvl1pPr>
            <a:lvl2pPr marL="2267986" indent="0">
              <a:buNone/>
              <a:defRPr sz="9921" b="1"/>
            </a:lvl2pPr>
            <a:lvl3pPr marL="4535973" indent="0">
              <a:buNone/>
              <a:defRPr sz="8929" b="1"/>
            </a:lvl3pPr>
            <a:lvl4pPr marL="6803959" indent="0">
              <a:buNone/>
              <a:defRPr sz="7937" b="1"/>
            </a:lvl4pPr>
            <a:lvl5pPr marL="9071945" indent="0">
              <a:buNone/>
              <a:defRPr sz="7937" b="1"/>
            </a:lvl5pPr>
            <a:lvl6pPr marL="11339932" indent="0">
              <a:buNone/>
              <a:defRPr sz="7937" b="1"/>
            </a:lvl6pPr>
            <a:lvl7pPr marL="13607918" indent="0">
              <a:buNone/>
              <a:defRPr sz="7937" b="1"/>
            </a:lvl7pPr>
            <a:lvl8pPr marL="15875904" indent="0">
              <a:buNone/>
              <a:defRPr sz="7937" b="1"/>
            </a:lvl8pPr>
            <a:lvl9pPr marL="18143891" indent="0">
              <a:buNone/>
              <a:defRPr sz="7937" b="1"/>
            </a:lvl9pPr>
          </a:lstStyle>
          <a:p>
            <a:pPr lvl="0"/>
            <a:r>
              <a:rPr lang="pl-PL" smtClean="0"/>
              <a:t>Edytuj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963319" y="15780233"/>
            <a:ext cx="19283754" cy="23210346"/>
          </a:xfrm>
        </p:spPr>
        <p:txBody>
          <a:bodyPr/>
          <a:lstStyle/>
          <a:p>
            <a:pPr lvl="0"/>
            <a:r>
              <a:rPr lang="pl-PL" smtClean="0"/>
              <a:t>Edytuj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2E6A3-5372-4A55-B325-66D0ADBDD73B}" type="datetimeFigureOut">
              <a:rPr lang="pl-PL" smtClean="0"/>
              <a:t>19.10.2023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2413B-0B05-402D-A454-58FC369B528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27307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2E6A3-5372-4A55-B325-66D0ADBDD73B}" type="datetimeFigureOut">
              <a:rPr lang="pl-PL" smtClean="0"/>
              <a:t>19.10.2023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2413B-0B05-402D-A454-58FC369B528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75349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2E6A3-5372-4A55-B325-66D0ADBDD73B}" type="datetimeFigureOut">
              <a:rPr lang="pl-PL" smtClean="0"/>
              <a:t>19.10.2023</a:t>
            </a:fld>
            <a:endParaRPr lang="pl-P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2413B-0B05-402D-A454-58FC369B528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28132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24383" y="2880042"/>
            <a:ext cx="14629664" cy="10080149"/>
          </a:xfrm>
        </p:spPr>
        <p:txBody>
          <a:bodyPr anchor="b"/>
          <a:lstStyle>
            <a:lvl1pPr>
              <a:defRPr sz="15874"/>
            </a:lvl1pPr>
          </a:lstStyle>
          <a:p>
            <a:r>
              <a:rPr lang="pl-PL" smtClean="0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83754" y="6220102"/>
            <a:ext cx="22963317" cy="30700453"/>
          </a:xfrm>
        </p:spPr>
        <p:txBody>
          <a:bodyPr/>
          <a:lstStyle>
            <a:lvl1pPr>
              <a:defRPr sz="15874"/>
            </a:lvl1pPr>
            <a:lvl2pPr>
              <a:defRPr sz="13890"/>
            </a:lvl2pPr>
            <a:lvl3pPr>
              <a:defRPr sz="11905"/>
            </a:lvl3pPr>
            <a:lvl4pPr>
              <a:defRPr sz="9921"/>
            </a:lvl4pPr>
            <a:lvl5pPr>
              <a:defRPr sz="9921"/>
            </a:lvl5pPr>
            <a:lvl6pPr>
              <a:defRPr sz="9921"/>
            </a:lvl6pPr>
            <a:lvl7pPr>
              <a:defRPr sz="9921"/>
            </a:lvl7pPr>
            <a:lvl8pPr>
              <a:defRPr sz="9921"/>
            </a:lvl8pPr>
            <a:lvl9pPr>
              <a:defRPr sz="9921"/>
            </a:lvl9pPr>
          </a:lstStyle>
          <a:p>
            <a:pPr lvl="0"/>
            <a:r>
              <a:rPr lang="pl-PL" smtClean="0"/>
              <a:t>Edytuj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24383" y="12960191"/>
            <a:ext cx="14629664" cy="24010358"/>
          </a:xfrm>
        </p:spPr>
        <p:txBody>
          <a:bodyPr/>
          <a:lstStyle>
            <a:lvl1pPr marL="0" indent="0">
              <a:buNone/>
              <a:defRPr sz="7937"/>
            </a:lvl1pPr>
            <a:lvl2pPr marL="2267986" indent="0">
              <a:buNone/>
              <a:defRPr sz="6945"/>
            </a:lvl2pPr>
            <a:lvl3pPr marL="4535973" indent="0">
              <a:buNone/>
              <a:defRPr sz="5953"/>
            </a:lvl3pPr>
            <a:lvl4pPr marL="6803959" indent="0">
              <a:buNone/>
              <a:defRPr sz="4961"/>
            </a:lvl4pPr>
            <a:lvl5pPr marL="9071945" indent="0">
              <a:buNone/>
              <a:defRPr sz="4961"/>
            </a:lvl5pPr>
            <a:lvl6pPr marL="11339932" indent="0">
              <a:buNone/>
              <a:defRPr sz="4961"/>
            </a:lvl6pPr>
            <a:lvl7pPr marL="13607918" indent="0">
              <a:buNone/>
              <a:defRPr sz="4961"/>
            </a:lvl7pPr>
            <a:lvl8pPr marL="15875904" indent="0">
              <a:buNone/>
              <a:defRPr sz="4961"/>
            </a:lvl8pPr>
            <a:lvl9pPr marL="18143891" indent="0">
              <a:buNone/>
              <a:defRPr sz="4961"/>
            </a:lvl9pPr>
          </a:lstStyle>
          <a:p>
            <a:pPr lvl="0"/>
            <a:r>
              <a:rPr lang="pl-PL" smtClean="0"/>
              <a:t>Edytuj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2E6A3-5372-4A55-B325-66D0ADBDD73B}" type="datetimeFigureOut">
              <a:rPr lang="pl-PL" smtClean="0"/>
              <a:t>19.10.2023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2413B-0B05-402D-A454-58FC369B528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0427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24383" y="2880042"/>
            <a:ext cx="14629664" cy="10080149"/>
          </a:xfrm>
        </p:spPr>
        <p:txBody>
          <a:bodyPr anchor="b"/>
          <a:lstStyle>
            <a:lvl1pPr>
              <a:defRPr sz="15874"/>
            </a:lvl1pPr>
          </a:lstStyle>
          <a:p>
            <a:r>
              <a:rPr lang="pl-PL" smtClean="0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283754" y="6220102"/>
            <a:ext cx="22963317" cy="30700453"/>
          </a:xfrm>
        </p:spPr>
        <p:txBody>
          <a:bodyPr anchor="t"/>
          <a:lstStyle>
            <a:lvl1pPr marL="0" indent="0">
              <a:buNone/>
              <a:defRPr sz="15874"/>
            </a:lvl1pPr>
            <a:lvl2pPr marL="2267986" indent="0">
              <a:buNone/>
              <a:defRPr sz="13890"/>
            </a:lvl2pPr>
            <a:lvl3pPr marL="4535973" indent="0">
              <a:buNone/>
              <a:defRPr sz="11905"/>
            </a:lvl3pPr>
            <a:lvl4pPr marL="6803959" indent="0">
              <a:buNone/>
              <a:defRPr sz="9921"/>
            </a:lvl4pPr>
            <a:lvl5pPr marL="9071945" indent="0">
              <a:buNone/>
              <a:defRPr sz="9921"/>
            </a:lvl5pPr>
            <a:lvl6pPr marL="11339932" indent="0">
              <a:buNone/>
              <a:defRPr sz="9921"/>
            </a:lvl6pPr>
            <a:lvl7pPr marL="13607918" indent="0">
              <a:buNone/>
              <a:defRPr sz="9921"/>
            </a:lvl7pPr>
            <a:lvl8pPr marL="15875904" indent="0">
              <a:buNone/>
              <a:defRPr sz="9921"/>
            </a:lvl8pPr>
            <a:lvl9pPr marL="18143891" indent="0">
              <a:buNone/>
              <a:defRPr sz="9921"/>
            </a:lvl9pPr>
          </a:lstStyle>
          <a:p>
            <a:r>
              <a:rPr lang="pl-PL" smtClean="0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24383" y="12960191"/>
            <a:ext cx="14629664" cy="24010358"/>
          </a:xfrm>
        </p:spPr>
        <p:txBody>
          <a:bodyPr/>
          <a:lstStyle>
            <a:lvl1pPr marL="0" indent="0">
              <a:buNone/>
              <a:defRPr sz="7937"/>
            </a:lvl1pPr>
            <a:lvl2pPr marL="2267986" indent="0">
              <a:buNone/>
              <a:defRPr sz="6945"/>
            </a:lvl2pPr>
            <a:lvl3pPr marL="4535973" indent="0">
              <a:buNone/>
              <a:defRPr sz="5953"/>
            </a:lvl3pPr>
            <a:lvl4pPr marL="6803959" indent="0">
              <a:buNone/>
              <a:defRPr sz="4961"/>
            </a:lvl4pPr>
            <a:lvl5pPr marL="9071945" indent="0">
              <a:buNone/>
              <a:defRPr sz="4961"/>
            </a:lvl5pPr>
            <a:lvl6pPr marL="11339932" indent="0">
              <a:buNone/>
              <a:defRPr sz="4961"/>
            </a:lvl6pPr>
            <a:lvl7pPr marL="13607918" indent="0">
              <a:buNone/>
              <a:defRPr sz="4961"/>
            </a:lvl7pPr>
            <a:lvl8pPr marL="15875904" indent="0">
              <a:buNone/>
              <a:defRPr sz="4961"/>
            </a:lvl8pPr>
            <a:lvl9pPr marL="18143891" indent="0">
              <a:buNone/>
              <a:defRPr sz="4961"/>
            </a:lvl9pPr>
          </a:lstStyle>
          <a:p>
            <a:pPr lvl="0"/>
            <a:r>
              <a:rPr lang="pl-PL" smtClean="0"/>
              <a:t>Edytuj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2E6A3-5372-4A55-B325-66D0ADBDD73B}" type="datetimeFigureOut">
              <a:rPr lang="pl-PL" smtClean="0"/>
              <a:t>19.10.2023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2413B-0B05-402D-A454-58FC369B528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66201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 smtClean="0"/>
              <a:t>Edytuj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2E6A3-5372-4A55-B325-66D0ADBDD73B}" type="datetimeFigureOut">
              <a:rPr lang="pl-PL" smtClean="0"/>
              <a:t>19.10.2023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2413B-0B05-402D-A454-58FC369B528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88584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460493" y="2300034"/>
            <a:ext cx="9780672" cy="36610544"/>
          </a:xfrm>
        </p:spPr>
        <p:txBody>
          <a:bodyPr vert="eaVert"/>
          <a:lstStyle/>
          <a:p>
            <a:r>
              <a:rPr lang="pl-PL" smtClean="0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18478" y="2300034"/>
            <a:ext cx="28775020" cy="36610544"/>
          </a:xfrm>
        </p:spPr>
        <p:txBody>
          <a:bodyPr vert="eaVert"/>
          <a:lstStyle/>
          <a:p>
            <a:pPr lvl="0"/>
            <a:r>
              <a:rPr lang="pl-PL" smtClean="0"/>
              <a:t>Edytuj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2E6A3-5372-4A55-B325-66D0ADBDD73B}" type="datetimeFigureOut">
              <a:rPr lang="pl-PL" smtClean="0"/>
              <a:t>19.10.2023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2413B-0B05-402D-A454-58FC369B528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8695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18475" y="2300044"/>
            <a:ext cx="39122688" cy="8350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 smtClean="0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8475" y="11500170"/>
            <a:ext cx="39122688" cy="27410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 smtClean="0"/>
              <a:t>Edytuj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18475" y="40040601"/>
            <a:ext cx="10205919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95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E2E6A3-5372-4A55-B325-66D0ADBDD73B}" type="datetimeFigureOut">
              <a:rPr lang="pl-PL" smtClean="0"/>
              <a:t>19.10.2023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025380" y="40040601"/>
            <a:ext cx="15308878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95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035244" y="40040601"/>
            <a:ext cx="10205919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95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52413B-0B05-402D-A454-58FC369B528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65431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35973" rtl="0" eaLnBrk="1" latinLnBrk="0" hangingPunct="1">
        <a:lnSpc>
          <a:spcPct val="90000"/>
        </a:lnSpc>
        <a:spcBef>
          <a:spcPct val="0"/>
        </a:spcBef>
        <a:buNone/>
        <a:defRPr sz="2182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33993" indent="-1133993" algn="l" defTabSz="4535973" rtl="0" eaLnBrk="1" latinLnBrk="0" hangingPunct="1">
        <a:lnSpc>
          <a:spcPct val="90000"/>
        </a:lnSpc>
        <a:spcBef>
          <a:spcPts val="4961"/>
        </a:spcBef>
        <a:buFont typeface="Arial" panose="020B0604020202020204" pitchFamily="34" charset="0"/>
        <a:buChar char="•"/>
        <a:defRPr sz="13890" kern="1200">
          <a:solidFill>
            <a:schemeClr val="tx1"/>
          </a:solidFill>
          <a:latin typeface="+mn-lt"/>
          <a:ea typeface="+mn-ea"/>
          <a:cs typeface="+mn-cs"/>
        </a:defRPr>
      </a:lvl1pPr>
      <a:lvl2pPr marL="3401979" indent="-1133993" algn="l" defTabSz="4535973" rtl="0" eaLnBrk="1" latinLnBrk="0" hangingPunct="1">
        <a:lnSpc>
          <a:spcPct val="90000"/>
        </a:lnSpc>
        <a:spcBef>
          <a:spcPts val="2480"/>
        </a:spcBef>
        <a:buFont typeface="Arial" panose="020B0604020202020204" pitchFamily="34" charset="0"/>
        <a:buChar char="•"/>
        <a:defRPr sz="11905" kern="1200">
          <a:solidFill>
            <a:schemeClr val="tx1"/>
          </a:solidFill>
          <a:latin typeface="+mn-lt"/>
          <a:ea typeface="+mn-ea"/>
          <a:cs typeface="+mn-cs"/>
        </a:defRPr>
      </a:lvl2pPr>
      <a:lvl3pPr marL="5669966" indent="-1133993" algn="l" defTabSz="4535973" rtl="0" eaLnBrk="1" latinLnBrk="0" hangingPunct="1">
        <a:lnSpc>
          <a:spcPct val="90000"/>
        </a:lnSpc>
        <a:spcBef>
          <a:spcPts val="2480"/>
        </a:spcBef>
        <a:buFont typeface="Arial" panose="020B0604020202020204" pitchFamily="34" charset="0"/>
        <a:buChar char="•"/>
        <a:defRPr sz="9921" kern="1200">
          <a:solidFill>
            <a:schemeClr val="tx1"/>
          </a:solidFill>
          <a:latin typeface="+mn-lt"/>
          <a:ea typeface="+mn-ea"/>
          <a:cs typeface="+mn-cs"/>
        </a:defRPr>
      </a:lvl3pPr>
      <a:lvl4pPr marL="7937952" indent="-1133993" algn="l" defTabSz="4535973" rtl="0" eaLnBrk="1" latinLnBrk="0" hangingPunct="1">
        <a:lnSpc>
          <a:spcPct val="90000"/>
        </a:lnSpc>
        <a:spcBef>
          <a:spcPts val="2480"/>
        </a:spcBef>
        <a:buFont typeface="Arial" panose="020B0604020202020204" pitchFamily="34" charset="0"/>
        <a:buChar char="•"/>
        <a:defRPr sz="8929" kern="1200">
          <a:solidFill>
            <a:schemeClr val="tx1"/>
          </a:solidFill>
          <a:latin typeface="+mn-lt"/>
          <a:ea typeface="+mn-ea"/>
          <a:cs typeface="+mn-cs"/>
        </a:defRPr>
      </a:lvl4pPr>
      <a:lvl5pPr marL="10205938" indent="-1133993" algn="l" defTabSz="4535973" rtl="0" eaLnBrk="1" latinLnBrk="0" hangingPunct="1">
        <a:lnSpc>
          <a:spcPct val="90000"/>
        </a:lnSpc>
        <a:spcBef>
          <a:spcPts val="2480"/>
        </a:spcBef>
        <a:buFont typeface="Arial" panose="020B0604020202020204" pitchFamily="34" charset="0"/>
        <a:buChar char="•"/>
        <a:defRPr sz="8929" kern="1200">
          <a:solidFill>
            <a:schemeClr val="tx1"/>
          </a:solidFill>
          <a:latin typeface="+mn-lt"/>
          <a:ea typeface="+mn-ea"/>
          <a:cs typeface="+mn-cs"/>
        </a:defRPr>
      </a:lvl5pPr>
      <a:lvl6pPr marL="12473925" indent="-1133993" algn="l" defTabSz="4535973" rtl="0" eaLnBrk="1" latinLnBrk="0" hangingPunct="1">
        <a:lnSpc>
          <a:spcPct val="90000"/>
        </a:lnSpc>
        <a:spcBef>
          <a:spcPts val="2480"/>
        </a:spcBef>
        <a:buFont typeface="Arial" panose="020B0604020202020204" pitchFamily="34" charset="0"/>
        <a:buChar char="•"/>
        <a:defRPr sz="8929" kern="1200">
          <a:solidFill>
            <a:schemeClr val="tx1"/>
          </a:solidFill>
          <a:latin typeface="+mn-lt"/>
          <a:ea typeface="+mn-ea"/>
          <a:cs typeface="+mn-cs"/>
        </a:defRPr>
      </a:lvl6pPr>
      <a:lvl7pPr marL="14741911" indent="-1133993" algn="l" defTabSz="4535973" rtl="0" eaLnBrk="1" latinLnBrk="0" hangingPunct="1">
        <a:lnSpc>
          <a:spcPct val="90000"/>
        </a:lnSpc>
        <a:spcBef>
          <a:spcPts val="2480"/>
        </a:spcBef>
        <a:buFont typeface="Arial" panose="020B0604020202020204" pitchFamily="34" charset="0"/>
        <a:buChar char="•"/>
        <a:defRPr sz="8929" kern="1200">
          <a:solidFill>
            <a:schemeClr val="tx1"/>
          </a:solidFill>
          <a:latin typeface="+mn-lt"/>
          <a:ea typeface="+mn-ea"/>
          <a:cs typeface="+mn-cs"/>
        </a:defRPr>
      </a:lvl7pPr>
      <a:lvl8pPr marL="17009897" indent="-1133993" algn="l" defTabSz="4535973" rtl="0" eaLnBrk="1" latinLnBrk="0" hangingPunct="1">
        <a:lnSpc>
          <a:spcPct val="90000"/>
        </a:lnSpc>
        <a:spcBef>
          <a:spcPts val="2480"/>
        </a:spcBef>
        <a:buFont typeface="Arial" panose="020B0604020202020204" pitchFamily="34" charset="0"/>
        <a:buChar char="•"/>
        <a:defRPr sz="8929" kern="1200">
          <a:solidFill>
            <a:schemeClr val="tx1"/>
          </a:solidFill>
          <a:latin typeface="+mn-lt"/>
          <a:ea typeface="+mn-ea"/>
          <a:cs typeface="+mn-cs"/>
        </a:defRPr>
      </a:lvl8pPr>
      <a:lvl9pPr marL="19277884" indent="-1133993" algn="l" defTabSz="4535973" rtl="0" eaLnBrk="1" latinLnBrk="0" hangingPunct="1">
        <a:lnSpc>
          <a:spcPct val="90000"/>
        </a:lnSpc>
        <a:spcBef>
          <a:spcPts val="2480"/>
        </a:spcBef>
        <a:buFont typeface="Arial" panose="020B0604020202020204" pitchFamily="34" charset="0"/>
        <a:buChar char="•"/>
        <a:defRPr sz="892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35973" rtl="0" eaLnBrk="1" latinLnBrk="0" hangingPunct="1">
        <a:defRPr sz="8929" kern="1200">
          <a:solidFill>
            <a:schemeClr val="tx1"/>
          </a:solidFill>
          <a:latin typeface="+mn-lt"/>
          <a:ea typeface="+mn-ea"/>
          <a:cs typeface="+mn-cs"/>
        </a:defRPr>
      </a:lvl1pPr>
      <a:lvl2pPr marL="2267986" algn="l" defTabSz="4535973" rtl="0" eaLnBrk="1" latinLnBrk="0" hangingPunct="1">
        <a:defRPr sz="8929" kern="1200">
          <a:solidFill>
            <a:schemeClr val="tx1"/>
          </a:solidFill>
          <a:latin typeface="+mn-lt"/>
          <a:ea typeface="+mn-ea"/>
          <a:cs typeface="+mn-cs"/>
        </a:defRPr>
      </a:lvl2pPr>
      <a:lvl3pPr marL="4535973" algn="l" defTabSz="4535973" rtl="0" eaLnBrk="1" latinLnBrk="0" hangingPunct="1">
        <a:defRPr sz="8929" kern="1200">
          <a:solidFill>
            <a:schemeClr val="tx1"/>
          </a:solidFill>
          <a:latin typeface="+mn-lt"/>
          <a:ea typeface="+mn-ea"/>
          <a:cs typeface="+mn-cs"/>
        </a:defRPr>
      </a:lvl3pPr>
      <a:lvl4pPr marL="6803959" algn="l" defTabSz="4535973" rtl="0" eaLnBrk="1" latinLnBrk="0" hangingPunct="1">
        <a:defRPr sz="8929" kern="1200">
          <a:solidFill>
            <a:schemeClr val="tx1"/>
          </a:solidFill>
          <a:latin typeface="+mn-lt"/>
          <a:ea typeface="+mn-ea"/>
          <a:cs typeface="+mn-cs"/>
        </a:defRPr>
      </a:lvl4pPr>
      <a:lvl5pPr marL="9071945" algn="l" defTabSz="4535973" rtl="0" eaLnBrk="1" latinLnBrk="0" hangingPunct="1">
        <a:defRPr sz="8929" kern="1200">
          <a:solidFill>
            <a:schemeClr val="tx1"/>
          </a:solidFill>
          <a:latin typeface="+mn-lt"/>
          <a:ea typeface="+mn-ea"/>
          <a:cs typeface="+mn-cs"/>
        </a:defRPr>
      </a:lvl5pPr>
      <a:lvl6pPr marL="11339932" algn="l" defTabSz="4535973" rtl="0" eaLnBrk="1" latinLnBrk="0" hangingPunct="1">
        <a:defRPr sz="8929" kern="1200">
          <a:solidFill>
            <a:schemeClr val="tx1"/>
          </a:solidFill>
          <a:latin typeface="+mn-lt"/>
          <a:ea typeface="+mn-ea"/>
          <a:cs typeface="+mn-cs"/>
        </a:defRPr>
      </a:lvl6pPr>
      <a:lvl7pPr marL="13607918" algn="l" defTabSz="4535973" rtl="0" eaLnBrk="1" latinLnBrk="0" hangingPunct="1">
        <a:defRPr sz="8929" kern="1200">
          <a:solidFill>
            <a:schemeClr val="tx1"/>
          </a:solidFill>
          <a:latin typeface="+mn-lt"/>
          <a:ea typeface="+mn-ea"/>
          <a:cs typeface="+mn-cs"/>
        </a:defRPr>
      </a:lvl7pPr>
      <a:lvl8pPr marL="15875904" algn="l" defTabSz="4535973" rtl="0" eaLnBrk="1" latinLnBrk="0" hangingPunct="1">
        <a:defRPr sz="8929" kern="1200">
          <a:solidFill>
            <a:schemeClr val="tx1"/>
          </a:solidFill>
          <a:latin typeface="+mn-lt"/>
          <a:ea typeface="+mn-ea"/>
          <a:cs typeface="+mn-cs"/>
        </a:defRPr>
      </a:lvl8pPr>
      <a:lvl9pPr marL="18143891" algn="l" defTabSz="4535973" rtl="0" eaLnBrk="1" latinLnBrk="0" hangingPunct="1">
        <a:defRPr sz="892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a 5"/>
          <p:cNvGrpSpPr/>
          <p:nvPr/>
        </p:nvGrpSpPr>
        <p:grpSpPr>
          <a:xfrm>
            <a:off x="5" y="82742"/>
            <a:ext cx="45285901" cy="43200000"/>
            <a:chOff x="5" y="82742"/>
            <a:chExt cx="45285901" cy="43200000"/>
          </a:xfrm>
        </p:grpSpPr>
        <p:pic>
          <p:nvPicPr>
            <p:cNvPr id="4" name="Obraz 3">
              <a:extLst>
                <a:ext uri="{FF2B5EF4-FFF2-40B4-BE49-F238E27FC236}">
                  <a16:creationId xmlns:a16="http://schemas.microsoft.com/office/drawing/2014/main" id="{C8550394-8183-45C2-A05B-E495B7B77E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" y="82742"/>
              <a:ext cx="45285901" cy="43200000"/>
            </a:xfrm>
            <a:prstGeom prst="rect">
              <a:avLst/>
            </a:prstGeom>
          </p:spPr>
        </p:pic>
        <p:sp>
          <p:nvSpPr>
            <p:cNvPr id="5" name="Owal 4"/>
            <p:cNvSpPr/>
            <p:nvPr/>
          </p:nvSpPr>
          <p:spPr>
            <a:xfrm rot="2031053">
              <a:off x="11744917" y="30741687"/>
              <a:ext cx="3563530" cy="5580922"/>
            </a:xfrm>
            <a:prstGeom prst="ellipse">
              <a:avLst/>
            </a:prstGeom>
            <a:solidFill>
              <a:srgbClr val="0AA624">
                <a:alpha val="18000"/>
              </a:srgbClr>
            </a:solidFill>
            <a:ln w="269875">
              <a:solidFill>
                <a:srgbClr val="0AA62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</p:grpSp>
    </p:spTree>
    <p:extLst>
      <p:ext uri="{BB962C8B-B14F-4D97-AF65-F5344CB8AC3E}">
        <p14:creationId xmlns:p14="http://schemas.microsoft.com/office/powerpoint/2010/main" val="533488715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Motyw pakietu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Motyw pakietu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otyw pakietu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335</TotalTime>
  <Words>0</Words>
  <Application>Microsoft Office PowerPoint</Application>
  <PresentationFormat>Niestandardowy</PresentationFormat>
  <Paragraphs>0</Paragraphs>
  <Slides>1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Motyw pakietu Office</vt:lpstr>
      <vt:lpstr>Prezentacja programu PowerPoint</vt:lpstr>
    </vt:vector>
  </TitlesOfParts>
  <Company>Narodowe Centrum Badań Jądrowych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Marcinkowska Zuzanna</dc:creator>
  <cp:lastModifiedBy>Marcinkowska Zuzanna</cp:lastModifiedBy>
  <cp:revision>3</cp:revision>
  <dcterms:created xsi:type="dcterms:W3CDTF">2023-10-19T06:25:13Z</dcterms:created>
  <dcterms:modified xsi:type="dcterms:W3CDTF">2023-10-19T12:00:17Z</dcterms:modified>
</cp:coreProperties>
</file>